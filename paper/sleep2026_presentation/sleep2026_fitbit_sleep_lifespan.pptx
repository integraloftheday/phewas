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0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eep2026_fitbit_sleep_lifespan_slide-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2026-06-08T16:15:53Z</dcterms:created>
  <dcterms:modified xsi:type="dcterms:W3CDTF">2026-06-08T16:15:53Z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